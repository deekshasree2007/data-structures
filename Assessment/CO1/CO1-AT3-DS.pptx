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07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0525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40" dirty="0"/>
          </a:p>
        </p:txBody>
      </p:sp>
      <p:sp>
        <p:nvSpPr>
          <p:cNvPr id="5" name="Text 3"/>
          <p:cNvSpPr/>
          <p:nvPr/>
        </p:nvSpPr>
        <p:spPr>
          <a:xfrm>
            <a:off x="973836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40" dirty="0"/>
          </a:p>
        </p:txBody>
      </p:sp>
      <p:sp>
        <p:nvSpPr>
          <p:cNvPr id="7" name="Text 5"/>
          <p:cNvSpPr/>
          <p:nvPr/>
        </p:nvSpPr>
        <p:spPr>
          <a:xfrm>
            <a:off x="104241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40" dirty="0"/>
          </a:p>
        </p:txBody>
      </p:sp>
      <p:sp>
        <p:nvSpPr>
          <p:cNvPr id="9" name="Text 7"/>
          <p:cNvSpPr/>
          <p:nvPr/>
        </p:nvSpPr>
        <p:spPr>
          <a:xfrm>
            <a:off x="1110996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4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SPELL-CHECK ENGINE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Data Structure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Dictionary Lookup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EB0699-E43D-1DC3-7DB3-86CBE7C5E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704" y="1959654"/>
            <a:ext cx="2971800" cy="17830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A61E0C6-3826-67CC-07D9-5C7C31DA2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19" y="182880"/>
            <a:ext cx="1786301" cy="16308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AFF3346-9CEA-1A31-7AE9-A71D4EB14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245" y="163842"/>
            <a:ext cx="1866936" cy="17311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DF60D6-AB47-B70E-080C-836B5E578084}"/>
              </a:ext>
            </a:extLst>
          </p:cNvPr>
          <p:cNvSpPr txBox="1"/>
          <p:nvPr/>
        </p:nvSpPr>
        <p:spPr>
          <a:xfrm>
            <a:off x="9499600" y="5730240"/>
            <a:ext cx="19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GUIDED BY:</a:t>
            </a:r>
          </a:p>
          <a:p>
            <a:r>
              <a:rPr lang="en-US" dirty="0">
                <a:solidFill>
                  <a:schemeClr val="bg1"/>
                </a:solidFill>
              </a:rPr>
              <a:t>DR.S.KALAIRASI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9C4A62-E7B9-5000-0E56-ABB0E3501BA7}"/>
              </a:ext>
            </a:extLst>
          </p:cNvPr>
          <p:cNvSpPr txBox="1"/>
          <p:nvPr/>
        </p:nvSpPr>
        <p:spPr>
          <a:xfrm>
            <a:off x="894080" y="5758934"/>
            <a:ext cx="1739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</a:rPr>
              <a:t>K.DEEKSHA SREE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Requirement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keystroke needs an instant existence check against a huge dictionary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word arrives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671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word while typing a document or message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234440" y="2898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lookup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2186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checks the word against 100,000+ dictionary entries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234440" y="39502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verdict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2702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invalid decision must feel immediate, with zero lag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234440" y="5001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3218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Near-misses should offer 'did you mean' corrections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1874520"/>
            <a:ext cx="3749040" cy="416052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331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100,000+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86384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a typical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dictionary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0" y="3977640"/>
            <a:ext cx="30175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4480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lookup time independent of dictionary size, no matter how large it grows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Recommended Structure: Trie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tree that stores words character by character along shared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97864" y="2578608"/>
            <a:ext cx="18288" cy="301752"/>
          </a:xfrm>
          <a:prstGeom prst="line">
            <a:avLst/>
          </a:prstGeom>
          <a:noFill/>
          <a:ln w="25400">
            <a:solidFill>
              <a:srgbClr val="B7C0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3447288"/>
            <a:ext cx="18288" cy="301752"/>
          </a:xfrm>
          <a:prstGeom prst="line">
            <a:avLst/>
          </a:prstGeom>
          <a:noFill/>
          <a:ln w="25400">
            <a:solidFill>
              <a:srgbClr val="B7C0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4315968"/>
            <a:ext cx="548640" cy="301752"/>
          </a:xfrm>
          <a:prstGeom prst="line">
            <a:avLst/>
          </a:prstGeom>
          <a:noFill/>
          <a:ln w="25400">
            <a:solidFill>
              <a:srgbClr val="B7C0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7864" y="4315968"/>
            <a:ext cx="548640" cy="301752"/>
          </a:xfrm>
          <a:prstGeom prst="line">
            <a:avLst/>
          </a:prstGeom>
          <a:noFill/>
          <a:ln w="25400">
            <a:solidFill>
              <a:srgbClr val="B7C0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46504" y="5184648"/>
            <a:ext cx="18288" cy="301752"/>
          </a:xfrm>
          <a:prstGeom prst="line">
            <a:avLst/>
          </a:prstGeom>
          <a:noFill/>
          <a:ln w="25400">
            <a:solidFill>
              <a:srgbClr val="B7C0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74904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4617720"/>
            <a:ext cx="566928" cy="566928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461772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63040" y="5486400"/>
            <a:ext cx="566928" cy="566928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5486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highlighted nodes mark complete words: "cat" and "card"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210312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 w="12700">
            <a:solidFill>
              <a:srgbClr val="F3F5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2128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prefixes stored once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852160" y="26060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"cat", "car", and "card" all reuse the same C→A path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347472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 w="12700">
            <a:solidFill>
              <a:srgbClr val="F3F5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5844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takes O(L)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852160" y="3977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many steps as letters in the typed word — not the dictionary size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484632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F3F5FC"/>
          </a:solidFill>
          <a:ln w="12700">
            <a:solidFill>
              <a:srgbClr val="F3F5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49560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prefix search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852160" y="5349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and "did you mean" fall out of the same traversal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Speed: How Structures Compare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dictionary words   ·   L = length of the typed word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Search?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Unsorted 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Array (Binary Search)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 · 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 · L) avg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O(L) avg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(avg case)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 (Prefix Tree)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6080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wins on the metric that matters most: constant-time search regardless of dictionary size.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Trie Wins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advantages that matter directly for a spell-checker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164592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O(L) lookup — time depends only on word length, never on how many words are in the dictionary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0574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736092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Space-efficient prefixes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78892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prefixes like "un-", "re-", "-ing" are stored once and shared across thousands of words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5262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90" dirty="0"/>
          </a:p>
        </p:txBody>
      </p:sp>
      <p:sp>
        <p:nvSpPr>
          <p:cNvPr id="17" name="Text 15"/>
          <p:cNvSpPr/>
          <p:nvPr/>
        </p:nvSpPr>
        <p:spPr>
          <a:xfrm>
            <a:off x="1645920" y="4526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autocomplete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node's subtree instantly yields every valid completion — perfect for suggestions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F7F8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52628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90" dirty="0"/>
          </a:p>
        </p:txBody>
      </p:sp>
      <p:sp>
        <p:nvSpPr>
          <p:cNvPr id="22" name="Text 20"/>
          <p:cNvSpPr/>
          <p:nvPr/>
        </p:nvSpPr>
        <p:spPr>
          <a:xfrm>
            <a:off x="7360920" y="4526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collisions to manage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52578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hash tables, there is no hash function, no resizing, and no worst-case degradation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Trie for dictionary lookup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delivers the fastest, most scalable word-existence checks — and enables suggestions as a natural byproduct.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6C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O(L)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time — independent of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words the dictionary holds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0" y="3383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7490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· O(L) Search · Scales with word length, not dictionary size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480</Words>
  <Application>Microsoft Office PowerPoint</Application>
  <PresentationFormat>Widescreen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Deeksha Sree</cp:lastModifiedBy>
  <cp:revision>2</cp:revision>
  <dcterms:created xsi:type="dcterms:W3CDTF">2026-07-22T10:38:41Z</dcterms:created>
  <dcterms:modified xsi:type="dcterms:W3CDTF">2026-07-22T10:49:46Z</dcterms:modified>
</cp:coreProperties>
</file>